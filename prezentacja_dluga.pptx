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Detekcja twarzy w czasie rzeczywistym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Viola–Jones (CVPR 2001)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długa (30 min) – ADOM 26L, zima 2025/26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prezentacji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1280160"/>
            <a:ext cx="6858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Kontekst i problem detekcji twarzy (2001)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Cechy Haara i obraz całkowy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AdaBoost – selekcja cech i uczenie klasyfikatora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Kaskada klasyfikatorów – architektura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Trening i szczegóły implementacyjne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Wyniki z artykułu (MIT+CMU test set)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Eksperymenty: parametry, oświetlenie, porównanie z RetinaFace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Demo na żywo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Podsumowanie i wnioski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Kontekst: detekcja twarzy w 2001 roku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64008" cy="310896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 wiedzy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Rowley et al. (1998) – sieci neuronowe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 &amp; Poggio (1998) – example-based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Schneiderman &amp; Kanade (2000) – statystyczne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zbyt wolne na real-time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371600"/>
            <a:ext cx="64008" cy="3108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Przełom Viola-Jones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FPS na Pentium III 700 MHz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skala szarości (brak koloru)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Porównywalny detection rate z najlepszymi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 na iPaq (2 FPS, 200 MIPS)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Cechy Haara (Haar-like features)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typy cech prostokątnych: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Dwuprostokątna: różnica sum pikseli dwóch sąsiednich prostokątów (poziomo lub pionowo)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Trzyprostokątna: suma dwóch zewnętrznych minus suma środkowego prostokąta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Czteroprostokątna: różnica sum diagonalnych par prostokątów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oknie bazowym 24×24 pikseli → ponad 180 000 cech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Zbiór jest nadkompletny (overcomplete) – 576 pikseli, &gt;180 000 cech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kodują wiedzę o strukturze: krawędzie, pasy, kontrasty lokalne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Obraz całkowy (Integral Image)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Definicja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ii(x,y) = Σ i(x',y')  dla x'≤x, y'≤y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Obliczanie rekurencyjne (jeden przebieg):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s(x,y) = s(x, y-1) + i(x,y)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ii(x,y) = ii(x-1, y) + s(x,y)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Obliczanie sumy prostokąta 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Suma(D) = ii(4) + ii(1) - ii(2) - ii(3)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4 odwołania do tablicy!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2-prostokątna → 6 odwołań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3-prostokątna → 8 odwołań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4-prostokątna → 9 odwołań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AdaBoost – algorytm uczenia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Obrazy (xᵢ, yᵢ) gdzie yᵢ ∈ {0,1} (negatywne/pozytywne)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Inicjalizacja: 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w₁,ᵢ = 1/2m (negatywy), 1/2l (pozytywy)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t = 1, ..., T: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1. Znormalizuj wagi wₜ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2. Dla każdej cechy j: naucz hⱼ (jeden próg), oblicz εⱼ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3. Wybierz hₜ z najmniejszym εₜ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4. Zaktualizuj wagi: wₜ₊₁,ᵢ = wₜ,ᵢ · βₜ^(1-eᵢ)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Wynik: h(x) = 1 jeśli Σαₜhₜ(x) ≥ ½Σαₜ, gdzie αₜ = log(1/βₜ)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Słaby klasyfikator (weak learner)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 słabego klasyfikatora: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hⱼ(x) = 1 jeśli pⱼfⱼ(x) &lt; pⱼθⱼ, 0 w.p.p.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fⱼ – wartość cechy Haara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θⱼ – optymalny próg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pⱼ – polaryzacja (kierunek nierówności)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– podokno obrazu 24×24 pikseli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obserwacje: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z wczesnych rund: błąd 0.1–0.3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z późnych rund: błąd 0.4–0.5 (trudniejsze przykłady)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Pierwsza wybrana cecha: region oczu ciemniejszy niż policzki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Architektura kaskady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idea: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mniejsze klasyfikatory mogą odrzucać większość negatywnych podokien zachowując prawie wszystkie pozytywne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Struktura: degenerowane drzewo decyzyjne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Pozytywny wynik etapu i → przejdź do etapu i+1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Negatywny wynik DOWOLNEGO etapu → natychmiastowe odrzucenie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kaskady: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etap trenowany AdaBoost + obniżony próg (min false negatives)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Kolejne etapy trenowane na próbkach, które przeszły wcześniejsze etapy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Dodawanie etapów aż do osiągnięcia docelowego false positive rate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etapu 1: 2 cechy → 100% detection, 40% false positive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Kaskada – parametry końcowe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21945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etapów kaskady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rosnąca złożoność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920240" cy="21945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6061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 łącznie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1, 10, 25, 25, 50, ...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920240" cy="21945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śr. cech/podokno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6061 możliwych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371600"/>
            <a:ext cx="1920240" cy="21945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0.067s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na 384×288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~15 FPS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podokien odrzucana w etapie 1 lub 2 → średnio tylko ~10 ewaluacji cech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Szczegóły treningu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treningowe: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4916 etykietowanych twarzy (+ lustrzane = 9832) z przeszukiwania WWW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9544 obrazów bez twarzy (~350 mln podokien negatywnych)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negatywnych podokien na etap kaskady (hard negatives)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Normalizacja wariancji (σ² = m² - 1/N · Σx²) przez parę obrazów całkowych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Skanowanie: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Skale: czynnik 1.25 (skalowanie detektora, nie obrazu!)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Krok: Δ = 1.0 (shift pikseli) lub 1.5 z lekkim spadkiem dokładności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Łączenie detekcji: partycjonowanie nakładających się ramek + uśrednianie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Wyniki – MIT+CMU test 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obrazów, 507 etykietowanych twarzy, 75 081 800 przeskanowanych podokien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Detektor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 FP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31 FP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50 FP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95 FP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167 FP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Viola-Jones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76.1%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88.4%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91.4%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92.9%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93.9%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V-J (voting)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81.1%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89.7%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92.1%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93.2%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93.7%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Rowley et al.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83.2%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86.0%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89.2%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Schneiderman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474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Szybkość: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~15× szybciej niż Rowley et al., ~600× szybciej niż Schneiderman-Kanade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(3 detektory, głosowanie większościowe) poprawia detection rate i redukuje false positives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7a. Eksperyment: scaleFactor i minNeighbors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Zbadanie wpływu parametrów skanowania na jakość detekcji i szybkość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Siatka 6×6 = 36 kombinacji parametrów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scaleFactor ∈ {1.01, 1.05, 1.1, 1.2, 1.3, 1.5}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minNeighbors ∈ {1, 2, 3, 5, 7, 10}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Metryki: Precision, Recall, F1-score, FPS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Oczekiwane obserwacje: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Niższy scaleFactor → więcej skali → wyższy Recall, niższy FPS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Wyższy minNeighbors → mniej fałszywych detekcji → wyższy Precision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7b. Eksperyment: słabe oświetlenie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Zbadanie degradacji detekcji w warunkach niskiego oświetlenia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Korekcja gamma: γ ∈ {1.0, 1.5, 2.0, 3.0, 5.0}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Dodanie szumu Gaussowskiego (proporcjonalnie do ciemności)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Porównanie: z equalizacją histogramu i bez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z artykułu: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Viola-Jones stosuje normalizację wariancji (2 obrazy całkowe)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Haara oparte na kontrastach → niski kontrast = słaba detekcja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7c. Eksperyment: porównanie z RetinaFace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klasycznego podejścia (2001) z nowoczesnym deep learning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Viola-Jones (2001):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Haar + AdaBoost + kaskada → szybki, ale ograniczony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RetinaFace (2019):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Głęboka sieć konwolucyjna, wieloskalowa detekcja, landmarki twarzy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porównawcze: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FPS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jakościowa: obrócone twarze, okluzja, oświetlenie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Demo na żywo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twarzy z kamery (real-time)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Interaktywna zmiana parametrów: scaleFactor, minNeighbors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 FPS i czasu detekcji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Ograniczenia algorytmu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 cechy Haara: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Prymitywne w porównaniu z filtrami sterowalnymi (steerable filters)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orientacje pionowa, pozioma i diagonalna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 detektora: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twarze frontalne (brak profili, obróconych twarzy)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Wrażliwość na okluzję (częściowe zasłonięcie)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Degradacja przy słabym oświetleniu (niski kontrast)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 treningu: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kaskady jest NP-trudna (uproszczony framework)</a:t>
            </a:r>
            <a:endParaRPr lang="en-US" sz="13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 mining wymagany na każdym etapie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Viola-Jones (2001) – przełom w detekcji czasu rzeczywistego: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 całkowy → O(1) obliczanie cech prostokątnych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→ selekcja ~200 cech z &gt;180 000 kandydatów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Kaskada → średnio ~10 ewaluacji/podokno (z 6061 cech)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FPS na ówczesnym sprzęcie, porównywalny detection rate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Dziedzictwo: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Wbudowany w OpenCV, aparaty cyfrowe, systemy monitoringu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Koncepcja kaskady inspiruje współczesne architektury (focus-of-attention)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odniesienia dla ewaluacji nowoczesnych detektorów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Dziękujemy za uwagę!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Viola-Jones: Detekcja twarzy – pełna analiza</dc:title>
  <dc:subject>PptxGenJS Presentation</dc:subject>
  <dc:creator>Zespół 2 – ADOM 26L</dc:creator>
  <cp:lastModifiedBy>Zespół 2 – ADOM 26L</cp:lastModifiedBy>
  <cp:revision>1</cp:revision>
  <dcterms:created xsi:type="dcterms:W3CDTF">2026-03-18T18:48:39Z</dcterms:created>
  <dcterms:modified xsi:type="dcterms:W3CDTF">2026-03-18T18:48:39Z</dcterms:modified>
</cp:coreProperties>
</file>