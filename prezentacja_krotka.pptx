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twarzy w czasie rzeczywistym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Viola–Jones (2001)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Viola, M. Jones – </a:t>
            </a:r>
            <a:pPr algn="l" indent="0" marL="0">
              <a:buNone/>
            </a:pPr>
            <a:r>
              <a:rPr lang="en-US" sz="14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"Rapid Object Detection using a Boosted Cascade of Simple Features"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ADOM 26L – Prezentacja krótka (10 min)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i motywacja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2926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Wyzwanie (rok 2001)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twarzy w czasie rzeczywistym na ówczesnym sprzęcie (Pentium III, 700 MHz)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Istniejące metody zbyt wolne lub niedokładne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Potrzeba szybkiego odrzucania regionów bez twarzy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73152" cy="2926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Rozwiązanie Viola-Jones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FPS na obrazach 384×288 pikseli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kluczowe innowacje: obraz całkowy, AdaBoost, kaskada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skala szarości – bez koloru skóry czy różnicowania klatek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Trzy kluczowe kontrybucje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Obraz całkowy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obliczanie cech Haara w O(1) – niezależnie od rozmiaru prostokąta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Selekcja cech (AdaBoost)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najistotniejszych cech spośród &gt;180 000 kandydatów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Kaskada klasyfikatorów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odrzucanie negatywnych regionów – średnio ~10 ewaluacji cech na podokno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Cechy Haara i obraz całkowy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Cechy Haara (Haar-like features)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typy: 2-, 3-, 4-prostokątne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Mierzą różnice jasności między regionami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Okno bazowe 24×24 → &gt;180 000 cech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Wrażliwe na krawędzie, pasy, kontrasty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Obraz całkowy (Integral Image)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ii(x,y) = Σ i(x',y') dla x'≤x, y'≤y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prostokąta = 4 odwołania do tablicy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Cecha 2-prostokątna: 6 odwołań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Obliczanie w jednym przebiegu obrazu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Stały czas O(1) dla dowolnego rozmiaru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AdaBoost – uczenie klasyfikatora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algn="l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Wybrać małą liczbę cech (z &gt;180 000) tworzących silny klasyfikator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Zainicjuj wagi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próbek równomiernie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286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192024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każdej cechy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znajdź najlepszy próg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31920" y="1920240"/>
            <a:ext cx="1463040" cy="1280160"/>
          </a:xfrm>
          <a:prstGeom prst="rect">
            <a:avLst/>
          </a:prstGeom>
          <a:solidFill>
            <a:srgbClr val="2D4A7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cechę 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najmniejszym błędem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2286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0" y="192024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Zaktualizuj wagi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(zwiększ trudne próbki)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286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06640" y="192024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9202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Powtórz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obserwacje z artykułu: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z wczesnych rund: błąd 0.1–0.3 (region oczu vs. policzki)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z późniejszych rund: błąd 0.4–0.5 (trudniejsze wzorce)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cech → 95% detection rate, 1/14084 false positive rate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Kaskada klasyfikatorów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1097280" cy="9144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cecha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odrzucono ~50%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463040"/>
            <a:ext cx="1280160" cy="9144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4630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cech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odrzucono ~80%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1463040" cy="9144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odrzucono ~90%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1463040"/>
            <a:ext cx="914400" cy="9144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 etapów)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1280160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4630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wykryta!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972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etapów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kaskady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6061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01752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łącznie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93776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średnio cech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podokno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15×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5800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szybciej niż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Rowley et 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Wyniki (MIT+CMU test set)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Detektor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 FP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50 FP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167 FP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Viola-Jones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91.4%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93.9%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Viola-Jones (voting)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81.1%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92.1%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93.7%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Rowley-Baluja-Kanade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83.2%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Schneiderman-Kanade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94.4%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wyniki: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Porównywalny detection rate z najlepszymi systemami (2001)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FPS na 384×288 (Pentium III) – 15× szybciej niż Rowley et al.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technika voting (3 detektory) poprawia wyniki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znaczenie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43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twarze frontalne (brak profili)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Wrażliwość na oświetlenie i okluzję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Haar – ograniczona ekspresywność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variance normalization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Znaczenie historyczne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detektor czasu rzeczywistego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Aparaty cyfrowe, monitoring, interfejsy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Koncepcja kaskady inspiruje współczesne metody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Wbudowany w OpenCV od &gt;20 lat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 plan eksperymentów: scaleFactor/minNeighbors · oświetlenie · porównanie z RetinaFace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Viola-Jones: Detekcja twarzy w czasie rzeczywistym</dc:title>
  <dc:subject>PptxGenJS Presentation</dc:subject>
  <dc:creator>Zespół 2 – ADOM 26L</dc:creator>
  <cp:lastModifiedBy>Zespół 2 – ADOM 26L</cp:lastModifiedBy>
  <cp:revision>1</cp:revision>
  <dcterms:created xsi:type="dcterms:W3CDTF">2026-03-18T18:46:14Z</dcterms:created>
  <dcterms:modified xsi:type="dcterms:W3CDTF">2026-03-18T18:46:14Z</dcterms:modified>
</cp:coreProperties>
</file>